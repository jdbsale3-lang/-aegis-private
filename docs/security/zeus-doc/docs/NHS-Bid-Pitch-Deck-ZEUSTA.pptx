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CE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D9F24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D9F24B"/>
                </a:solidFill>
              </a:rPr>
              <a:t>NHS DIGITAL IDENTITY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ZEUS ID CARD SYSTEM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FCEE4"/>
                </a:solidFill>
              </a:rPr>
              <a:t>One sovereign platform: ZEUS DOC threshold identity · AEGIS AI security · 50M-patient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C"/>
                </a:solidFill>
              </a:rPr>
              <a:t>Bid proposition for NHS England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C"/>
                </a:solidFill>
              </a:rPr>
              <a:t>ZEUSTRUSTAEGISSECURITY LTD · CH 17391549 · 66 Paul St, London EC2A 4NA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CEE4"/>
                </a:solidFill>
              </a:rPr>
              <a:t>LESSON 1 — THE ESTONIA PROOF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Estonia runs a national eID: physical PKI card + PINs, Mobile-ID/Smart-ID carriers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Consequence: eID is used for identification, e-signing and secure data transfer by 1.3M citizens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F24B"/>
                </a:solidFill>
              </a:rPr>
              <a:t>LESSON 2 — THE SPLITKEY REFERENCE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Threshold cryptography: the private key is SPLIT across the user's devices — never whole, anywhere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Tokenless + passwordless + hardware-grade security in software (eIDAS/PSD2, EAL4+ reference)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8046720" cy="18288"/>
          </a:xfrm>
          <a:prstGeom prst="rect">
            <a:avLst/>
          </a:prstGeom>
          <a:solidFill>
            <a:srgbClr val="4FCEE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F24B"/>
                </a:solidFill>
              </a:rPr>
              <a:t>ZEUS delivers BOTH — plus an AI security layer and full UK sovereignty, built for NHS England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INTRODUCING ZEUS DOC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</a:rPr>
              <a:t>Digital Operations &amp; Certificates — our own tokenless, passwordless identity + signing software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361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Zero passwords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153619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No OTP, no tokens — challenge/response co-signature (5-min TTL, constant-time compare)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134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Split-key security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134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Shamir t-of-n: the master key never exists whole; losing a device changes nothing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067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Non-repudiation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0" y="30906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Every consent record digitally signed and verified — legally strong signatures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86791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Audit ledger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38679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HMAC-verified, idempotent receipts — every authentication and signing event traceable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D9F24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4515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B"/>
                </a:solidFill>
              </a:rPr>
              <a:t>LIVE TODAY — production E2E passed: create identity · 2-of-3 authenticate · sign · verify · tamper rejected (apiaegissecurity.tech/zeusdoc)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THE NHS ID CARD SYSTEM — 50M SCALE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C"/>
                </a:solidFill>
              </a:rPr>
              <a:t>Bureau-certified manufacture + ZEUS DOC software spine + AEGIS security — a single UK-sovereign programme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Smart cards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83280" y="141732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50M NHS ID smart cards (bureau model: Certus / G+D / Thales / Entrust — RFIs sent)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Digital identity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2112264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ZEUS DOC tokenless identity on every patient's devices, passwordless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8072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Consent &amp; audit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2807208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Signed consent records, verify-able receipt ledger — compliance by design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5021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Security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3502152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AEGIS AI platform: 8 modules, 37 endpoints, 24 layers — prompt-injection defense, watermarking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1970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Compliance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4197096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DTAC · DSPT · UK GDPR · DPIA · NHS T&amp;Cs IP clauses — drafted, ready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WHY ZEUS — AND WHY NOT THE REFERENCE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ZEUS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SplitKey/Estonia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UK sovereignty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Yes — JDB Sales IP, UK holding 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Foreign vendor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AI threat layer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AEGIS: 8 modules, injection defense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None advertised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NHS compliance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DTAC / DSPT / UK GDPR / DPIA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EU eIDAS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50M patients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1.3M (EE) / enterprise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Consent ledger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Signed, idempotent receipts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Generic signing logs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C"/>
                </a:solidFill>
              </a:rPr>
              <a:t>Honest note: reference holds EAL4+ Common Criteria — ZEUS scopes this as a follow-on workstream while leading on AI security + NHS-native compliance.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F24B"/>
                </a:solidFill>
              </a:rPr>
              <a:t>LIVE EVIDENCE — NOT A SLIDE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2801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AEGIS live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91840" y="1280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8 modules · 37 endpoints · /nhs-compliance 200 · prompt-injection blocked (DAN 0.8)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ZEUS DOC live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20116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apiaegissecurity.tech/zeusdoc — E2E passed: create → challenge → 2-of-3 auth → sign → verify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432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Integrity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113/113 tests · AIDE nightly tamper-detection · S3 + local backups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4747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Frontend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474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NHS ID card UI (patient portal) ready — passwordless sign-in flow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EE4"/>
                </a:solidFill>
              </a:rPr>
              <a:t>Demo script on request — live calls, no canned screenshots.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COMMERCIAL &amp; NEXT STEPS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IP &amp; ownership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474720" y="10972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All IP belongs to JDB Sales, licensed to ZEUSTA (holding co) — UK economic retention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Model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1810512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Certified-bureau manufacture + ZEUS DOC software + AEGIS security — single programme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523744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EAL4+ readiness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252374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Crypto core isolated → scoped Common Criteria workstream if procurement requires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236976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32369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One trust/region pilot → 50M rollout roadmap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95020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Next milestone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39502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NHS England meeting Thu 1 Oct 16:00 — live demo ready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D9F24B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ZEUS NHS Digital Identity — Bid Pitch</dc:title>
  <dc:subject>PptxGenJS Presentation</dc:subject>
  <dc:creator>ZEUSTRUSTAEGISSECURITY LTD</dc:creator>
  <cp:lastModifiedBy>ZEUSTRUSTAEGISSECURITY LTD</cp:lastModifiedBy>
  <cp:revision>1</cp:revision>
  <dcterms:created xsi:type="dcterms:W3CDTF">2026-08-30T17:38:32Z</dcterms:created>
  <dcterms:modified xsi:type="dcterms:W3CDTF">2026-08-30T17:38:32Z</dcterms:modified>
</cp:coreProperties>
</file>